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7202C7-9BAB-487B-B372-2FABEE20BDE4}">
  <a:tblStyle styleId="{E37202C7-9BAB-487B-B372-2FABEE20BDE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9.png"/><Relationship Id="rId6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02112"/>
            <a:ext cx="11049000" cy="118675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74295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81B60"/>
                </a:solidFill>
                <a:latin typeface="Lato"/>
                <a:ea typeface="Lato"/>
                <a:cs typeface="Lato"/>
                <a:sym typeface="Lato"/>
              </a:rPr>
              <a:t>UNETI • MOVILNET C.A.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188690"/>
            <a:ext cx="11601450" cy="121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Base de Datos Unificada y Automatización de Reportes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2594520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Propuesta para la optimización de la gestión operativa y mejora de la eficiencia organizacional en telecomunicaciones.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26883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Winder Rivas |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Asesor: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Yuly Delgado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471457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Caracas, Febrero de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5077"/>
            <a:ext cx="5286375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65077"/>
            <a:ext cx="5286375" cy="22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DIAGNÓSTICO SITUACIONAL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3107977"/>
            <a:ext cx="483060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81B60"/>
                </a:solidFill>
                <a:latin typeface="Poppins"/>
                <a:ea typeface="Poppins"/>
                <a:cs typeface="Poppins"/>
                <a:sym typeface="Poppins"/>
              </a:rPr>
              <a:t>Problema Crítico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3679477"/>
            <a:ext cx="46005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Movilnet enfrenta una fragmentación severa de información. Los datos están dispersos en múltiples sistemas y formatos, generando duplicidad y retrasos operativos.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77025" y="3107977"/>
            <a:ext cx="483060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81B60"/>
                </a:solidFill>
                <a:latin typeface="Poppins"/>
                <a:ea typeface="Poppins"/>
                <a:cs typeface="Poppins"/>
                <a:sym typeface="Poppins"/>
              </a:rPr>
              <a:t>Impacto Operativo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77025" y="3679477"/>
            <a:ext cx="46005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Dificultad en la trazabilidad de casos, falta de reportes consolidados en tiempo real y limitaciones en la toma de decisiones estratégicas.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8457"/>
            <a:ext cx="3492549" cy="294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18457"/>
            <a:ext cx="3492549" cy="294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18457"/>
            <a:ext cx="3492549" cy="294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3387" y="270420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0262" y="2704207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9987" y="270420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PROPÓSITOS DEL PROYECTO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784223" y="3323332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General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57250" y="3771007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Optimizar la gestión de datos mediante una plataforma web unificada que centralice la información y automatice reportes.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62523" y="3323332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Específico I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35549" y="3771007"/>
            <a:ext cx="29210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Diseñar una base de datos unificada para consolidar OSAC y Canal Virtual en un solo entorno.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340822" y="3323332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Específico II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13849" y="3771007"/>
            <a:ext cx="29210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Desarrollar módulos automatizados para la generación de reportes y KPIs en tiempo real.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859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859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764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76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77666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IMPACTO Y MARCO LEGAL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000125" y="21383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Soberanía Tecnológica: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Alineado con el Plan de la Patria para el desarrollo nacional.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00125" y="29384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Bases Legales: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Ley de Telecomunicaciones y Ley de Protección de Datos Personales.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00125" y="37385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Modernización: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Transformación digital del sector público de telecomunicaciones.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952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3181350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D81B60"/>
                </a:solidFill>
                <a:latin typeface="Poppins"/>
                <a:ea typeface="Poppins"/>
                <a:cs typeface="Poppins"/>
                <a:sym typeface="Poppins"/>
              </a:rPr>
              <a:t>300+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4324350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Colaboradores Directos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9838" y="28051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6052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1005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POBLACIÓN BENEFICIADA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762750" y="2805112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Atención al Cliente: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200+ agentes con procesos agilizados.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762750" y="35671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Analistas: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50+ especialistas con datos consolidados.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762750" y="406241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Clientes: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Millones de usuarios con atención más rápida y eficiente.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" name="Google Shape;158;p18"/>
          <p:cNvGraphicFramePr/>
          <p:nvPr/>
        </p:nvGraphicFramePr>
        <p:xfrm>
          <a:off x="571500" y="26079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{E37202C7-9BAB-487B-B372-2FABEE20BDE4}</a:tableStyleId>
              </a:tblPr>
              <a:tblGrid>
                <a:gridCol w="1744575"/>
                <a:gridCol w="7973325"/>
                <a:gridCol w="1331125"/>
              </a:tblGrid>
              <a:tr h="64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Dimensión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Análisis de Viabilidad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4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Técnica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Arquitectura basada en tecnologías probadas (HTML5/JS/Google Script).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Interfaz intuitiva alineada con flujos de trabajo de Movilnet.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4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Económica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Costo inicial mínimo al aprovechar la infraestructura Workspace existente.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" name="Google Shape;159;p18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FACTIBILIDAD DEL PROYECTO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71500" y="3906142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316063" y="3906142"/>
            <a:ext cx="79733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10289381" y="3906142"/>
            <a:ext cx="13311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71500" y="4532858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316063" y="4532858"/>
            <a:ext cx="79733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10289381" y="4532858"/>
            <a:ext cx="13311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71500" y="5159573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2316063" y="5159573"/>
            <a:ext cx="79733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10289381" y="5159573"/>
            <a:ext cx="13311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2747"/>
            <a:ext cx="3492549" cy="2396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92747"/>
            <a:ext cx="3492549" cy="2396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92747"/>
            <a:ext cx="3492549" cy="2396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5775" y="2978497"/>
            <a:ext cx="323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978497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8562" y="2978497"/>
            <a:ext cx="3714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ECOSISTEMA TECNOLÓGICO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784223" y="3597622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57250" y="4045297"/>
            <a:ext cx="292104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HTML5, CSS3 y JavaScript moderno para una experiencia fluida.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562523" y="3597622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4635549" y="4045297"/>
            <a:ext cx="292104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Google Apps Script para lógica de servidor y automatización.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340822" y="3597622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Almacenamiento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413849" y="4045297"/>
            <a:ext cx="292104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Integración con Google Sheets para fase inicial y escalado a PostgreSQL.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9463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899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85233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71500" y="571500"/>
            <a:ext cx="52006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DASHBOARD DE GESTIÓN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2858392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sistema centraliza las operaciones en un panel interactivo: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1000125" y="3456533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Resumen de efectividad operativa.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000125" y="3951833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Seguimiento de trámites OSAC/Virtual.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000125" y="4447133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Control de acceso por roles.</a:t>
            </a:r>
            <a:endParaRPr/>
          </a:p>
        </p:txBody>
      </p:sp>
      <p:pic>
        <p:nvPicPr>
          <p:cNvPr id="202" name="Google Shape;20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9525" y="486325"/>
            <a:ext cx="6852477" cy="560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5425"/>
            <a:ext cx="11049000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LOGROS Y RESULTADOS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71500" y="462051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Prototipo funcional operativo con integración total de formularios y validaciones dinámicas.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12" y="2224087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7812" y="222408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HOJA DE RUTA Y FUTURO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6334125" y="247650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Próximos Pasos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762750" y="290512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Migración: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Transición a PostgreSQL y Node.js para alta concurrencia.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762750" y="370522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Implementación de análisis predictivo de comportamiento del cliente.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762750" y="450532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Integración: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Interoperabilidad total con sistemas de facturación corporativos.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295275" y="571500"/>
            <a:ext cx="11601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D81B60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571500" y="1943100"/>
            <a:ext cx="1104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Gracias por su atención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571500" y="2880270"/>
            <a:ext cx="1104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Propuesta por: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Winder Rivas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571500" y="3326010"/>
            <a:ext cx="1104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Ingeniería en Informática | UNETI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571500" y="3771751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